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59443-7764-6146-E474-AB374288C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B9CEE-25C3-0F91-AA89-4E07ACED1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C4B1-4EB9-8038-10AB-E5DD4165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1309E-28AD-FCCC-80D5-AB27569B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1CFA3-331E-FFDD-70EE-41C6B207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19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050A-62F2-7833-8194-62B77D6A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9E6E-618F-7F74-F800-55F0B2D99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AED93-E789-3BAC-C29A-123834F3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7EF9-AB76-F219-FC92-079D88FD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B50D1-33D7-87CA-1A9A-83F74964E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819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2098-8BB7-8BA7-2066-CE9A3518A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A37A3-4230-88D8-974B-FF5597237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6D718-7C56-A8E3-7E40-0E2AE6D89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6E7C2-DE4C-D9CF-AAD2-9776A4D4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DF6CC-70ED-6EE3-F85E-5A2A0B51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3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4870-866E-4FCD-966E-575B173C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6BD6-3047-81DB-ED86-702232B9F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0BDEF-F9CF-57A3-F032-AD9DC0168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95DBB-4C3A-1476-C089-35EF13A4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A09FF-40C3-90AD-149E-46CB5436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B5751-D4E8-AB6B-A24E-3C15D464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522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92B19-5590-EECA-14C5-BE745FAC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1E5ED-8FBA-2058-FA38-03D3FB84B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1B3E5-FE36-9510-E6E4-A10D563F4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F8510-597F-2F0D-4A87-CCC995B4D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D665E3-D8FA-854F-7BC8-EA078E515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E99A2-2B12-3A51-82EE-782806C6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D1536-E94C-CB51-B271-0F9AA0D8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A9632-4245-68EC-7B14-B8D2D68D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33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2D74-67E3-4FB4-DBE1-1E9181B5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5CA85-9B1A-5E33-D5F5-8F2F5F9E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06EBA-C050-D1E8-4A86-221CF34F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BDD56-DB46-6973-E990-071D79ED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015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920D7-6212-92ED-2029-8748EDAF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5BECA-7800-F178-BE21-2EB11BAA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679DB-524A-DBC5-FADD-4B28BB98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70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6DE1-7588-BA94-916A-42D4A2D36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E3C12-13BB-60DF-7C34-E4A1A4021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21839-0668-50AE-642C-6A9AB4B01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F2457-1759-4EB0-18F7-6C0A30B3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41F68-C3B0-2CB7-7807-D07562B9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71361-2E81-C288-F8D4-3F5B6646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15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21CC-72C3-8BD4-2D8D-E3636E60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654CC-DB71-CB32-4C0F-72F2CE48B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B5D0B-C51C-8AC4-3F77-556F4867D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4C5F7-7528-D073-1AAC-9A1F79CC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8CC09-1A95-758E-FC39-1DE70858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AFA87-B68E-0B2F-E82A-97CC41D4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25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596F-C044-637D-B935-4A30B944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F70F6-F914-0FCF-68E3-809433253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5B95F-134E-A1F4-5D09-4CAE591C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B8D3A-EF55-9455-604E-A53EBC52F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E945-469C-E5DE-E44C-24233AB1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27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2A723-3EED-3E2D-9AA1-48B9600FF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CB533-6BE3-F700-0CAD-40E50FA2F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5872C-640B-4AD9-AF2C-2775E674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DF9D8-0846-6DBC-692D-52E42CB2D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E43E-505C-ECFA-23E5-B2925CE2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81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08866-D6EC-217A-9862-96D3B0E6F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071E1-CEE1-C86F-46F4-D9E9375CF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F13CA-F15B-C033-A545-37FEA7D9C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810F7-8400-4D7E-A753-9B9AFA474B0C}" type="datetimeFigureOut">
              <a:rPr lang="fr-FR" smtClean="0"/>
              <a:t>17/03/2025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721D1-209F-F70A-55DD-FC4C34B06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BB62B-BD5A-2780-F653-2E81651B6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A87DB-F4F2-426F-96CC-123E1A309E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14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66A8FC-AA56-7393-E0D5-2C5D11A28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075612"/>
              </p:ext>
            </p:extLst>
          </p:nvPr>
        </p:nvGraphicFramePr>
        <p:xfrm>
          <a:off x="857250" y="1126991"/>
          <a:ext cx="10648950" cy="5416157"/>
        </p:xfrm>
        <a:graphic>
          <a:graphicData uri="http://schemas.openxmlformats.org/drawingml/2006/table">
            <a:tbl>
              <a:tblPr/>
              <a:tblGrid>
                <a:gridCol w="3549650">
                  <a:extLst>
                    <a:ext uri="{9D8B030D-6E8A-4147-A177-3AD203B41FA5}">
                      <a16:colId xmlns:a16="http://schemas.microsoft.com/office/drawing/2014/main" val="3606645163"/>
                    </a:ext>
                  </a:extLst>
                </a:gridCol>
                <a:gridCol w="3549650">
                  <a:extLst>
                    <a:ext uri="{9D8B030D-6E8A-4147-A177-3AD203B41FA5}">
                      <a16:colId xmlns:a16="http://schemas.microsoft.com/office/drawing/2014/main" val="1254197669"/>
                    </a:ext>
                  </a:extLst>
                </a:gridCol>
                <a:gridCol w="3549650">
                  <a:extLst>
                    <a:ext uri="{9D8B030D-6E8A-4147-A177-3AD203B41FA5}">
                      <a16:colId xmlns:a16="http://schemas.microsoft.com/office/drawing/2014/main" val="1758015262"/>
                    </a:ext>
                  </a:extLst>
                </a:gridCol>
              </a:tblGrid>
              <a:tr h="124324">
                <a:tc>
                  <a:txBody>
                    <a:bodyPr/>
                    <a:lstStyle/>
                    <a:p>
                      <a:r>
                        <a:rPr lang="fr-FR" sz="1200" b="1"/>
                        <a:t>Feature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1"/>
                        <a:t>Code File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1"/>
                        <a:t>Job Description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29391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🚀 API Core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backend/main.py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Starts FastAPI server, loads routes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61623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🗄️ Database Connection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backend/database.py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Manages MySQL connection, executes queries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22739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📊 Models &amp; Schema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backend/models.py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Defines ORM models for tables (users, transactions, etc.)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1485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fr-FR" sz="1200" b="1"/>
                        <a:t>🔑 Authentication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backend/auth.py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Handles user login, registration, password hashing (bcrypt), JWT tokens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7814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🏦 Account Management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backend/accounts.py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Manages user accounts (create, update balance)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72557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💰 Transactions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backend/transactions.py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Handles deposits, withdrawals, transfers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91951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fr-FR" sz="1200" b="1"/>
                        <a:t>👨‍💼 Banker Features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backend/banker.py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Assigns clients to bankers, allows bankers to manage client accounts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77432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📢 Alerts &amp; Notifications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backend/alerts.py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Generates alerts for overdrafts, large transactions, etc.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76089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🛠️ Utility Functions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backend/utils.py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Helper functions (date formatting, validation)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2038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📈 Reports &amp; Charts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frontend/reports.py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Generates financial reports using Matplotlib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66342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🖥️ UI Application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frontend/app.py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Runs the main UI for users &amp; bankers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481327"/>
                  </a:ext>
                </a:extLst>
              </a:tr>
              <a:tr h="124324">
                <a:tc>
                  <a:txBody>
                    <a:bodyPr/>
                    <a:lstStyle/>
                    <a:p>
                      <a:r>
                        <a:rPr lang="fr-FR" sz="1200" b="1"/>
                        <a:t>🔐 Login &amp; Signup UI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frontend/login.py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Manages user authentication UI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98863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📊 Client Dashboard UI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frontend/dashboard.py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Displays client account details, transactions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932398"/>
                  </a:ext>
                </a:extLst>
              </a:tr>
              <a:tr h="124324">
                <a:tc>
                  <a:txBody>
                    <a:bodyPr/>
                    <a:lstStyle/>
                    <a:p>
                      <a:r>
                        <a:rPr lang="fr-FR" sz="1200" b="1"/>
                        <a:t>🏦 Banker Dashboard UI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frontend/banker_dashboard.py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Allows bankers to manage clients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153985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💵 Transactions UI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frontend/transactions_ui.py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Provides an interface to add/view transactions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26800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fr-FR" sz="1200" b="1"/>
                        <a:t>📂 SQL Schema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database/schema.sql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Defines MySQL tables (users, accounts, transactions, alerts, etc.)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8082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📊 SQL Data Seeding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database/seed.sql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Inserts initial test data for development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48671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⚡ Database Migrations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database/migrations.sql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Updates database schema when needed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85699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r>
                        <a:rPr lang="fr-FR" sz="1200" b="1"/>
                        <a:t>✅ GitHub Actions (CI/CD)</a:t>
                      </a:r>
                      <a:endParaRPr lang="fr-FR" sz="1200"/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200"/>
                        <a:t>.github/workflows/main.yml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Automates testing, database migrations, and deployment</a:t>
                      </a:r>
                    </a:p>
                  </a:txBody>
                  <a:tcPr marL="31081" marR="31081" marT="15540" marB="15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76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82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AGGOUN Redha Chawki</dc:creator>
  <cp:lastModifiedBy>AGGOUN Redha Chawki</cp:lastModifiedBy>
  <cp:revision>1</cp:revision>
  <dcterms:created xsi:type="dcterms:W3CDTF">2025-03-17T10:11:44Z</dcterms:created>
  <dcterms:modified xsi:type="dcterms:W3CDTF">2025-03-17T10:12:35Z</dcterms:modified>
</cp:coreProperties>
</file>